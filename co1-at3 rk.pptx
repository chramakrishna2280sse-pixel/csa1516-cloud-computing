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B9D3-5932-3D5F-1ADA-83CD01ACC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684F34-C087-0DD5-F806-34F400B7E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C839D-0A4D-39E4-DA19-9839437E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723AD-3377-78F8-33E6-DB79A6E3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637D1-C9C0-EC42-EA54-30CA8938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98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34B3-2584-1860-1DC3-0DA430F1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FFD5-94AF-13C6-B621-485C7B4D8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A0909-0E12-043E-2179-094EFADF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9F6CA-1A73-CF05-AC3C-8432814C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D017A-775E-F1C5-8997-FD20AA46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63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5CF9-E5B8-21FF-A8AA-B38D353B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1DEFB-314D-0756-2B24-633C523AB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6498F-7447-23AA-547B-51107E75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20D2-78B1-24D0-B5FA-4260A7D8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9E86F-F00F-600A-E902-A67CF0C1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166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C191-414C-A699-6909-AA05A07C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9B295-F263-492A-D975-6CF525B53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6FE15-113C-119B-FF61-1B2A3A4DD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42478-F42D-124C-AAEA-30B30ECD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84767-88B1-1DCA-EB91-A994B347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68182-3F0B-A525-3A08-77D0AF63D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1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FEF7-D026-F0DE-8C3E-E3A783F9B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3B245-CD3B-22D1-5661-D44CCA622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AAC6B-2823-76FF-1465-7DDAB14CB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46D5D-9CD7-05EE-CC8E-8D29EB842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AC496-0DE4-B9A7-1FF8-127F8F105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15B5F9-438C-AA50-3636-E5FE5DB05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3D1B77-9F48-1A6D-AECF-981FF0C3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D6E28-66B8-23A8-AFDE-49B31383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82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A69A6-7ECA-0CBD-BAB9-76F91290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537FF-72D8-4D8B-7A65-CD0892E1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9FB16-C9C9-4D91-542B-B6B403D76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FA8AE-4142-0D97-2BBC-3811B398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55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63B32-7DEC-DDE6-2903-10BDB628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345AF-6F72-A72C-F56C-3D22A213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07D9A-8C55-EF92-F4C4-1532681A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B9F3-790F-2F1A-8D0B-1AD21CF5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D70BC-0A45-3196-E23D-00057AA7E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900D3-1B97-A2D6-6B27-63056349B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1C36A-BD56-D831-337B-8D02BEB73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8ACA-2AD5-818A-843D-61F96455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AB18C-04FC-4849-9F9E-73DC63F5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CB38-C438-6169-53AC-D0C3D28F4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7B167-90ED-D389-BFD7-1FC1036E8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F93F1-46F6-C4AD-C66D-F79F9276A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AA034-9EBC-9DA5-C33D-66D733764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E15A8-2471-EE49-A54F-C65D5CC2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E7191-1264-0A7F-1DC4-5E45E4AA4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48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50AB-5F72-50E1-9C38-FAC597F0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6F6C7-D407-BD1A-28DE-FABF33A1C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67A8-B4D5-7806-6365-2CBE091D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44C7A-E180-AFB8-D4CA-66C3E550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EF70D-EE85-3E51-EDCE-06467816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9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B511B2-176D-A871-3AC8-9872ABC46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69C51-9F33-2969-99A4-36AD25EDF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3361A-4182-4391-B558-F52620980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9166B-9F00-2D4B-5962-7C11AE28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CA28E-842A-CA3B-CE64-1F7B382C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15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1D6758-B63D-70CE-8A88-FF5AD3F8D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08BF5-BAD0-B64A-5EC6-F3683DEA7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AB63F-2E46-F678-5E1F-BE9BA0A74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220A5-E697-4E89-9BCD-B0EA59CECB6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EB26A-174F-99EF-953A-F7C8D1C00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76467-D834-0B74-9A29-129A18149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123C4-46FA-44F5-8F6C-09877B7A5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2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book/10.1007/978-3-032-07151-4?utm_source=chatgpt.com" TargetMode="External"/><Relationship Id="rId2" Type="http://schemas.openxmlformats.org/officeDocument/2006/relationships/hyperlink" Target="https://shop.elsevier.com/books/mastering-cloud-computing/buyya/978-0-443-40435-1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library.wiley.com/doi/abs/10.1002/cpe.70641?utm_source=chatgpt.com" TargetMode="External"/><Relationship Id="rId4" Type="http://schemas.openxmlformats.org/officeDocument/2006/relationships/hyperlink" Target="https://researchwith.njit.edu/en/publications/from-code-to-cloud-developing-web-applications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C26E-B2BA-4261-B73B-EBCCC62A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05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Wed Application in Cloud Computing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2B087-2BB8-7AB2-D481-7FF0C8A70592}"/>
              </a:ext>
            </a:extLst>
          </p:cNvPr>
          <p:cNvSpPr txBox="1"/>
          <p:nvPr/>
        </p:nvSpPr>
        <p:spPr>
          <a:xfrm>
            <a:off x="3505199" y="3078540"/>
            <a:ext cx="378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192372280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ch.ramakrishna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. E –  (CSE)  IV  year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7350E-6DCE-D2B4-1E6B-32AB4CA0D82F}"/>
              </a:ext>
            </a:extLst>
          </p:cNvPr>
          <p:cNvSpPr txBox="1"/>
          <p:nvPr/>
        </p:nvSpPr>
        <p:spPr>
          <a:xfrm>
            <a:off x="4182533" y="2061448"/>
            <a:ext cx="368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573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D3412-F59C-DC02-9B72-6C04C32A5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113" y="340805"/>
            <a:ext cx="9144000" cy="206372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 Application in Cloud Computing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A09C2-93FB-7439-DA98-269908FDE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333" y="2294467"/>
            <a:ext cx="9144000" cy="270933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digital world, most online services such as Gmail, Google Docs, Netflix, Amazon, and Microsoft 365 are accessed through web applications.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applications run on remote cloud servers instead of users' local computers, allowing people to access them anytime and from any device with an internet connection.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the infrastructure, storage, processing power, and security needed to support these web applications efficiently.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4981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BC2F-7CDC-BC6B-F2A4-9E95BDEE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6618-D20B-5B84-7832-06F52F497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software that runs on a web server and is accessed through a web browser over the Internet.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Docs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Office 365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installation required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from anywhere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users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updates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908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9263-AD9E-73AB-402C-C189E4E8C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44309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Web Applications in Cloud Computing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5B743-280C-AD45-6687-272E4C3F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4999"/>
            <a:ext cx="10515600" cy="4788763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Browser</a:t>
            </a: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Web Server</a:t>
            </a: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0" indent="0" algn="ctr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0" indent="0" algn="ctr"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3804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8AF7-A8E8-77B7-2127-E5401325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a Cloud Web Application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985EB-8C3A-B819-5089-F066C8DFC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IN" dirty="0"/>
              <a:t> </a:t>
            </a:r>
          </a:p>
          <a:p>
            <a:pPr marL="0" indent="0" algn="ctr">
              <a:buNone/>
            </a:pPr>
            <a:r>
              <a:rPr lang="en-IN" dirty="0"/>
              <a:t> Presentation Layer    </a:t>
            </a:r>
          </a:p>
          <a:p>
            <a:pPr marL="0" indent="0" algn="ctr">
              <a:buNone/>
            </a:pPr>
            <a:r>
              <a:rPr lang="en-IN" dirty="0"/>
              <a:t>(Browser/UI       </a:t>
            </a:r>
          </a:p>
          <a:p>
            <a:pPr marL="0" indent="0" algn="ctr">
              <a:buNone/>
            </a:pPr>
            <a:r>
              <a:rPr lang="en-IN" dirty="0"/>
              <a:t>  ↓</a:t>
            </a:r>
          </a:p>
          <a:p>
            <a:pPr marL="0" indent="0" algn="ctr">
              <a:buNone/>
            </a:pPr>
            <a:r>
              <a:rPr lang="en-IN" dirty="0"/>
              <a:t> </a:t>
            </a:r>
          </a:p>
          <a:p>
            <a:pPr marL="0" indent="0" algn="ctr">
              <a:buNone/>
            </a:pPr>
            <a:r>
              <a:rPr lang="en-IN" dirty="0"/>
              <a:t> Application Layer     </a:t>
            </a:r>
          </a:p>
          <a:p>
            <a:pPr marL="0" indent="0" algn="ctr">
              <a:buNone/>
            </a:pPr>
            <a:r>
              <a:rPr lang="en-IN" dirty="0"/>
              <a:t>(Cloud Server/API)    </a:t>
            </a:r>
          </a:p>
          <a:p>
            <a:pPr marL="0" indent="0" algn="ctr">
              <a:buNone/>
            </a:pPr>
            <a:r>
              <a:rPr lang="en-IN" dirty="0"/>
              <a:t>  ↓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Data Layer            </a:t>
            </a:r>
          </a:p>
          <a:p>
            <a:pPr marL="0" indent="0" algn="ctr">
              <a:buNone/>
            </a:pPr>
            <a:r>
              <a:rPr lang="en-IN" dirty="0"/>
              <a:t> Cloud Database        </a:t>
            </a:r>
          </a:p>
          <a:p>
            <a:pPr marL="0" indent="0" 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494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7135-0093-0CE8-2411-AAACA9D0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9CFE4-4C1A-02F8-4605-3522567DD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Working Process</a:t>
            </a:r>
          </a:p>
          <a:p>
            <a:pPr marL="0" indent="0" algn="ctr">
              <a:buNone/>
            </a:pPr>
            <a:r>
              <a:rPr lang="en-IN" dirty="0"/>
              <a:t>User Opens Google Docs</a:t>
            </a:r>
          </a:p>
          <a:p>
            <a:pPr marL="0" indent="0" algn="ctr">
              <a:buNone/>
            </a:pPr>
            <a:r>
              <a:rPr lang="en-IN" dirty="0"/>
              <a:t>         ↓</a:t>
            </a:r>
          </a:p>
          <a:p>
            <a:pPr marL="0" indent="0" algn="ctr">
              <a:buNone/>
            </a:pPr>
            <a:r>
              <a:rPr lang="en-IN" dirty="0"/>
              <a:t>Browser Sends Request</a:t>
            </a:r>
          </a:p>
          <a:p>
            <a:pPr marL="0" indent="0" algn="ctr">
              <a:buNone/>
            </a:pPr>
            <a:r>
              <a:rPr lang="en-IN" dirty="0"/>
              <a:t>          ↓</a:t>
            </a:r>
          </a:p>
          <a:p>
            <a:pPr marL="0" indent="0" algn="ctr">
              <a:buNone/>
            </a:pPr>
            <a:r>
              <a:rPr lang="en-IN" dirty="0"/>
              <a:t>Google Cloud Servers</a:t>
            </a:r>
          </a:p>
          <a:p>
            <a:pPr marL="0" indent="0" algn="ctr">
              <a:buNone/>
            </a:pPr>
            <a:r>
              <a:rPr lang="en-IN" dirty="0"/>
              <a:t>           ↓</a:t>
            </a:r>
          </a:p>
          <a:p>
            <a:pPr marL="0" indent="0" algn="ctr">
              <a:buNone/>
            </a:pPr>
            <a:r>
              <a:rPr lang="en-IN" dirty="0"/>
              <a:t>Document Retrieved</a:t>
            </a:r>
          </a:p>
          <a:p>
            <a:pPr marL="0" indent="0" algn="ctr">
              <a:buNone/>
            </a:pPr>
            <a:r>
              <a:rPr lang="en-IN" dirty="0"/>
              <a:t>          ↓</a:t>
            </a:r>
          </a:p>
          <a:p>
            <a:pPr marL="0" indent="0" algn="ctr">
              <a:buNone/>
            </a:pPr>
            <a:r>
              <a:rPr lang="en-IN" dirty="0"/>
              <a:t>Real-time Editing</a:t>
            </a:r>
          </a:p>
          <a:p>
            <a:pPr marL="0" indent="0" algn="ctr">
              <a:buNone/>
            </a:pPr>
            <a:r>
              <a:rPr lang="en-IN" dirty="0"/>
              <a:t>           ↓</a:t>
            </a:r>
          </a:p>
          <a:p>
            <a:pPr marL="0" indent="0" algn="ctr">
              <a:buNone/>
            </a:pPr>
            <a:r>
              <a:rPr lang="en-IN" dirty="0"/>
              <a:t>Changes Saved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5471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CCA77-EFBF-372C-1470-D31CD387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0D0CB-9122-C9C6-F4E2-9B0959EF9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 run on cloud servers.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access them through web browsers.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storage, processing, and security.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 improve scalability and collaboration.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widely used in business, education, healthcare, and e-commerce.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78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2BDC-5A1C-EFB0-29A3-AE1190B2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7B755-82B7-C622-31BB-34534C364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100" dirty="0" err="1"/>
              <a:t>Buyya</a:t>
            </a:r>
            <a:r>
              <a:rPr lang="en-IN" sz="2100" dirty="0"/>
              <a:t>, R., </a:t>
            </a:r>
            <a:r>
              <a:rPr lang="en-IN" sz="2100" dirty="0" err="1"/>
              <a:t>Vecchiola</a:t>
            </a:r>
            <a:r>
              <a:rPr lang="en-IN" sz="2100" dirty="0"/>
              <a:t>, C., Selvi, S. T., </a:t>
            </a:r>
            <a:r>
              <a:rPr lang="en-IN" sz="2100" dirty="0" err="1"/>
              <a:t>Poojara</a:t>
            </a:r>
            <a:r>
              <a:rPr lang="en-IN" sz="2100" dirty="0"/>
              <a:t>, S., &amp; Srirama, S. N. (2026). </a:t>
            </a:r>
            <a:r>
              <a:rPr lang="en-IN" sz="2100" i="1" dirty="0"/>
              <a:t>Mastering Cloud Computing: Foundations and Applications Programming</a:t>
            </a:r>
            <a:r>
              <a:rPr lang="en-IN" sz="2100" dirty="0"/>
              <a:t> (2nd ed.). Elsevier. </a:t>
            </a:r>
            <a:r>
              <a:rPr lang="en-IN" sz="2100" dirty="0">
                <a:hlinkClick r:id="rId2"/>
              </a:rPr>
              <a:t>Elsevier Shop</a:t>
            </a:r>
            <a:endParaRPr lang="en-IN" sz="2100" dirty="0"/>
          </a:p>
          <a:p>
            <a:r>
              <a:rPr lang="en-IN" sz="2100" dirty="0" err="1"/>
              <a:t>Wufka</a:t>
            </a:r>
            <a:r>
              <a:rPr lang="en-IN" sz="2100" dirty="0"/>
              <a:t>, M., &amp; Canonico, M. (2026). </a:t>
            </a:r>
            <a:r>
              <a:rPr lang="en-IN" sz="2100" i="1" dirty="0"/>
              <a:t>Introduction to Cloud Computing</a:t>
            </a:r>
            <a:r>
              <a:rPr lang="en-IN" sz="2100" dirty="0"/>
              <a:t>. Springer Nature. </a:t>
            </a:r>
            <a:r>
              <a:rPr lang="en-IN" sz="2100" dirty="0">
                <a:hlinkClick r:id="rId3"/>
              </a:rPr>
              <a:t>Springer Link</a:t>
            </a:r>
            <a:endParaRPr lang="en-IN" sz="2100" dirty="0"/>
          </a:p>
          <a:p>
            <a:r>
              <a:rPr lang="en-IN" sz="2100" dirty="0" err="1"/>
              <a:t>Deek</a:t>
            </a:r>
            <a:r>
              <a:rPr lang="en-IN" sz="2100" dirty="0"/>
              <a:t>, M., </a:t>
            </a:r>
            <a:r>
              <a:rPr lang="en-IN" sz="2100" dirty="0" err="1"/>
              <a:t>Deek</a:t>
            </a:r>
            <a:r>
              <a:rPr lang="en-IN" sz="2100" dirty="0"/>
              <a:t>, F., &amp; Yao, W. (2026). </a:t>
            </a:r>
            <a:r>
              <a:rPr lang="en-IN" sz="2100" i="1" dirty="0"/>
              <a:t>From Code to Cloud: Developing Web Applications</a:t>
            </a:r>
            <a:r>
              <a:rPr lang="en-IN" sz="2100" dirty="0"/>
              <a:t>. CRC Press. </a:t>
            </a:r>
            <a:r>
              <a:rPr lang="en-IN" sz="2100" dirty="0">
                <a:hlinkClick r:id="rId4"/>
              </a:rPr>
              <a:t>New Jersey Institute of Technology</a:t>
            </a:r>
            <a:endParaRPr lang="en-IN" sz="2100" dirty="0"/>
          </a:p>
          <a:p>
            <a:r>
              <a:rPr lang="en-IN" sz="2100" dirty="0"/>
              <a:t>Muhamad, H., &amp; Taha, M. (2026). "Optimizing the Performance of Web Applications in Dynamic Network Environment: A Systematic and Comprehensive Analytical Survey." </a:t>
            </a:r>
            <a:r>
              <a:rPr lang="en-IN" sz="2100" i="1" dirty="0"/>
              <a:t>Concurrency and Computation: Practice and Experience</a:t>
            </a:r>
            <a:r>
              <a:rPr lang="en-IN" sz="2100" dirty="0"/>
              <a:t>. </a:t>
            </a:r>
            <a:r>
              <a:rPr lang="en-IN" sz="2100" dirty="0">
                <a:hlinkClick r:id="rId5"/>
              </a:rPr>
              <a:t>Wiley Online Library</a:t>
            </a:r>
            <a:endParaRPr lang="en-IN" sz="2100" dirty="0"/>
          </a:p>
          <a:p>
            <a:r>
              <a:rPr lang="en-IN" sz="2100" dirty="0" err="1"/>
              <a:t>Gualavisí</a:t>
            </a:r>
            <a:r>
              <a:rPr lang="en-IN" sz="2100" dirty="0"/>
              <a:t> González, G. S., Ramos Zurita, E. R., &amp; Gavilanez López, L. A. (2026). "Serverless Architectures for Web Applications." </a:t>
            </a:r>
            <a:r>
              <a:rPr lang="en-IN" sz="2100" i="1" dirty="0"/>
              <a:t>Journal of Software Engineering and Computing</a:t>
            </a:r>
            <a:endParaRPr lang="en-IN" sz="21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783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493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Role of Wed Application in Cloud Computing</vt:lpstr>
      <vt:lpstr>                  Wed Application in Cloud Computing </vt:lpstr>
      <vt:lpstr>Definition </vt:lpstr>
      <vt:lpstr>Role of Web Applications in Cloud Computing</vt:lpstr>
      <vt:lpstr> Architecture of a Cloud Web Application </vt:lpstr>
      <vt:lpstr>Real-World Example </vt:lpstr>
      <vt:lpstr>Conclusion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venkatapranavaseshasai@outlook.com</dc:creator>
  <cp:lastModifiedBy>venkatapranavaseshasai@outlook.com</cp:lastModifiedBy>
  <cp:revision>3</cp:revision>
  <dcterms:created xsi:type="dcterms:W3CDTF">2026-07-22T05:23:13Z</dcterms:created>
  <dcterms:modified xsi:type="dcterms:W3CDTF">2026-07-24T08:26:35Z</dcterms:modified>
</cp:coreProperties>
</file>